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running_water</c:v>
                  </c:pt>
                  <c:pt idx="1">
                    <c:v>footsteps</c:v>
                  </c:pt>
                  <c:pt idx="2">
                    <c:v>keyboard_typing</c:v>
                  </c:pt>
                  <c:pt idx="3">
                    <c:v>microwave</c:v>
                  </c:pt>
                  <c:pt idx="4">
                    <c:v>vacuum_cleaner</c:v>
                  </c:pt>
                  <c:pt idx="5">
                    <c:v>phone_ringing</c:v>
                  </c:pt>
                  <c:pt idx="6">
                    <c:v>cutlery_dishes</c:v>
                  </c:pt>
                  <c:pt idx="7">
                    <c:v>keychain</c:v>
                  </c:pt>
                  <c:pt idx="8">
                    <c:v>coffee_machine</c:v>
                  </c:pt>
                  <c:pt idx="9">
                    <c:v>door_open_close</c:v>
                  </c:pt>
                  <c:pt idx="10">
                    <c:v>toilet_flushing</c:v>
                  </c:pt>
                  <c:pt idx="11">
                    <c:v>wardrobe_dr_oc</c:v>
                  </c:pt>
                  <c:pt idx="12">
                    <c:v>window_oc</c:v>
                  </c:pt>
                  <c:pt idx="13">
                    <c:v>bell_ringing</c:v>
                  </c:pt>
                  <c:pt idx="14">
                    <c:v>light_switch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12.82</c:v>
                </c:pt>
                <c:pt idx="1">
                  <c:v>11.41</c:v>
                </c:pt>
                <c:pt idx="2">
                  <c:v>9.11</c:v>
                </c:pt>
                <c:pt idx="3">
                  <c:v>6.81</c:v>
                </c:pt>
                <c:pt idx="4">
                  <c:v>6.39</c:v>
                </c:pt>
                <c:pt idx="5">
                  <c:v>6.26</c:v>
                </c:pt>
                <c:pt idx="6">
                  <c:v>6.03</c:v>
                </c:pt>
                <c:pt idx="7">
                  <c:v>4.56</c:v>
                </c:pt>
                <c:pt idx="8">
                  <c:v>3.78</c:v>
                </c:pt>
                <c:pt idx="9">
                  <c:v>3.57</c:v>
                </c:pt>
                <c:pt idx="10">
                  <c:v>3.16</c:v>
                </c:pt>
                <c:pt idx="11">
                  <c:v>1.98</c:v>
                </c:pt>
                <c:pt idx="12">
                  <c:v>1.29</c:v>
                </c:pt>
                <c:pt idx="13">
                  <c:v>1.09</c:v>
                </c:pt>
                <c:pt idx="14">
                  <c:v>0.27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macro-F1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Empirical
prior</c:v>
                  </c:pt>
                  <c:pt idx="1">
                    <c:v>LogReg</c:v>
                  </c:pt>
                  <c:pt idx="2">
                    <c:v>RF</c:v>
                  </c:pt>
                  <c:pt idx="3">
                    <c:v>MLP v2</c:v>
                  </c:pt>
                  <c:pt idx="4">
                    <c:v>XGBoost</c:v>
                  </c:pt>
                  <c:pt idx="5">
                    <c:v>AST
(probe)</c:v>
                  </c:pt>
                  <c:pt idx="6">
                    <c:v>CNN</c:v>
                  </c:pt>
                  <c:pt idx="7">
                    <c:v>CRNN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0.053</c:v>
                </c:pt>
                <c:pt idx="1">
                  <c:v>0.4723</c:v>
                </c:pt>
                <c:pt idx="2">
                  <c:v>0.504</c:v>
                </c:pt>
                <c:pt idx="3">
                  <c:v>0.5495</c:v>
                </c:pt>
                <c:pt idx="4">
                  <c:v>0.5605</c:v>
                </c:pt>
                <c:pt idx="5">
                  <c:v>0.5859</c:v>
                </c:pt>
                <c:pt idx="6">
                  <c:v>0.6035</c:v>
                </c:pt>
                <c:pt idx="7">
                  <c:v>0.6048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9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0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MLPC 2026  •  TASK 4  •  EVALUATION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Metric and Bounding Achievable Performance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411480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Encoders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A8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Abdullah  ·  Ibrahim Muhammad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Task — Slide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CRITERION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macro-F1?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metric did we use, and why?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01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highly imbalanced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6771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Max-to-min positive ratio ≈ 47×  (running_water vs. light_switch). Common-class accuracy is misleading.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3192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micro-F1 hide rare-class failure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68503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"all absent" reaches 35% subset accuracy but 0.00 macro-F1.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7365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weighs all 15 classes equally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10235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any model that ignores rare classes; comparable across model families.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positive rate (train, %)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498080" y="2286000"/>
          <a:ext cx="4297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7498080" y="6446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47× gap between top and bottom class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baseline performance?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prior — no training, no features, just class frequencies.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931920" cy="3566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11680"/>
            <a:ext cx="393192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0.053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  ·  the floor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17320" y="4892040"/>
            <a:ext cx="2103120" cy="0"/>
          </a:xfrm>
          <a:prstGeom prst="line">
            <a:avLst/>
          </a:prstGeom>
          <a:noFill/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each class at its training positive rate.  No training required.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— sklearn DummyClassifier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naive strategies fall well below any usable model: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0" y="2743200"/>
            <a:ext cx="67665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743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accuracy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0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127248"/>
            <a:ext cx="6766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27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3127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0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511296"/>
            <a:ext cx="67665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5112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most_frequent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511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75520" y="3511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895344"/>
            <a:ext cx="6766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3895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0" y="38953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4279392"/>
            <a:ext cx="676656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279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(all)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4279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75520" y="4279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37760" y="5029200"/>
            <a:ext cx="676656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5120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don't use accuracy: 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"all classes absent" reaches </a:t>
            </a:r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subset accuracy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</a:t>
            </a:r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macro-F1</a:t>
            </a:r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Macro-F1 catches what accuracy hides.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CEILING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best possible performance?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macro-F1 is not achievable. Three structural ceilings bound the maximum.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703320" cy="3749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11680"/>
            <a:ext cx="91440" cy="3749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Noise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17.1%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have a single annotator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inter-annotator filtering for these files; the test ground truth itself carries noise.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2011680"/>
            <a:ext cx="3703320" cy="3749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5112" y="2011680"/>
            <a:ext cx="91440" cy="3749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45152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45152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45152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positives for light_switch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5152" y="4617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misses moves per-class F1 sharply and pulls down the macro average.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47304" y="2011680"/>
            <a:ext cx="3703320" cy="3749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147304" y="2011680"/>
            <a:ext cx="91440" cy="3749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8467344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67344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67344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sec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8467344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window (mean/std/min/max)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67344" y="4617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filters time-domain detail; brief transients (door, window, switch) lose their identifying timing cues.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989320"/>
            <a:ext cx="113385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9893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achievable range: 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 – 0.61 macro-F1</a:t>
            </a:r>
            <a:pPr algn="ctr" indent="0" marL="0">
              <a:buNone/>
            </a:pPr>
            <a:r>
              <a:rPr lang="en-US" sz="1300" i="1" dirty="0">
                <a:solidFill>
                  <a:srgbClr val="A8B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on this collector-grouped split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results sit inside the predicted range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progression from prior → linear → trees → MLP → pretrained probe → spectrogram nets is monotonic.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77724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965960"/>
            <a:ext cx="3246120" cy="4160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8595360" y="1965960"/>
            <a:ext cx="91440" cy="41605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6"/>
          <p:cNvSpPr/>
          <p:nvPr/>
        </p:nvSpPr>
        <p:spPr>
          <a:xfrm>
            <a:off x="882396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23960" y="24231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prior:  </a:t>
            </a:r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trained models clear it by ≥ 0.42.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23960" y="35204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Aggregated-feature ceiling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plateau:  </a:t>
            </a:r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Mean/std/min/max smooths transients.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23960" y="46177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CRNN on log-mel:  </a:t>
            </a:r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0.605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Spectrograms keep the timing.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23960" y="5715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predicted 0.55–0.61 range. 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2636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+ empirical prior + structural ceilings = a self-consistent evaluation frame.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— MLPC 2026 Task 4</dc:title>
  <dc:subject>PptxGenJS Presentation</dc:subject>
  <dc:creator>Validated Encoders</dc:creator>
  <cp:lastModifiedBy>Validated Encoders</cp:lastModifiedBy>
  <cp:revision>1</cp:revision>
  <dcterms:created xsi:type="dcterms:W3CDTF">2026-05-28T19:51:18Z</dcterms:created>
  <dcterms:modified xsi:type="dcterms:W3CDTF">2026-05-28T19:51:18Z</dcterms:modified>
</cp:coreProperties>
</file>